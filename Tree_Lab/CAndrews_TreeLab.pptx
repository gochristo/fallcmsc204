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1" autoAdjust="0"/>
    <p:restoredTop sz="94660"/>
  </p:normalViewPr>
  <p:slideViewPr>
    <p:cSldViewPr>
      <p:cViewPr varScale="1">
        <p:scale>
          <a:sx n="68" d="100"/>
          <a:sy n="68" d="100"/>
        </p:scale>
        <p:origin x="6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16,34,35,38,39,41,44,45,55,63,64,65,72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45,38,34,16,35,41,39,44,65,63,55,64,72  </a:t>
            </a:r>
            <a:r>
              <a:rPr lang="en-US" sz="1200" dirty="0">
                <a:latin typeface="Times New Roman" pitchFamily="18" charset="0"/>
              </a:rPr>
              <a:t> 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16,35,34,39,44,41,38,55,64,63,72,65,45 </a:t>
            </a:r>
            <a:r>
              <a:rPr lang="en-US" sz="1200" dirty="0">
                <a:latin typeface="Times New Roman" pitchFamily="18" charset="0"/>
              </a:rPr>
              <a:t> 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h = 3                                                   34,41,63,72</a:t>
            </a:r>
          </a:p>
          <a:p>
            <a:r>
              <a:rPr lang="en-US" sz="1200" dirty="0">
                <a:latin typeface="Times New Roman" pitchFamily="18" charset="0"/>
              </a:rPr>
              <a:t>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48, -, 7, %, 2, /, 24, *, 18, -, 5, *, 2, +, 12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solidFill>
                  <a:srgbClr val="FF0000"/>
                </a:solidFill>
              </a:rPr>
              <a:t>48, 7, 2, %, -, 24, /, 18, 5, 2, *, -, 12, +, *</a:t>
            </a:r>
            <a:endParaRPr lang="en-US" sz="1200" dirty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20</a:t>
            </a: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solidFill>
                  <a:srgbClr val="FF0000"/>
                </a:solidFill>
                <a:latin typeface="Times New Roman" pitchFamily="18" charset="0"/>
              </a:rPr>
              <a:t>39.166666667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2" y="1566069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57378-D344-DFE2-A7F9-AC460028492C}"/>
              </a:ext>
            </a:extLst>
          </p:cNvPr>
          <p:cNvSpPr txBox="1"/>
          <p:nvPr/>
        </p:nvSpPr>
        <p:spPr>
          <a:xfrm>
            <a:off x="1460487" y="184219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5C099-A436-0F9C-DCBD-70814C21A28A}"/>
              </a:ext>
            </a:extLst>
          </p:cNvPr>
          <p:cNvSpPr txBox="1"/>
          <p:nvPr/>
        </p:nvSpPr>
        <p:spPr>
          <a:xfrm>
            <a:off x="1538654" y="2133599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8099B-9790-99BF-7CE8-5B53CC5ECED9}"/>
              </a:ext>
            </a:extLst>
          </p:cNvPr>
          <p:cNvSpPr txBox="1"/>
          <p:nvPr/>
        </p:nvSpPr>
        <p:spPr>
          <a:xfrm>
            <a:off x="1538654" y="245647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C1BFD-A7E2-A1B4-0B73-EAD249FFA16B}"/>
              </a:ext>
            </a:extLst>
          </p:cNvPr>
          <p:cNvSpPr txBox="1"/>
          <p:nvPr/>
        </p:nvSpPr>
        <p:spPr>
          <a:xfrm>
            <a:off x="1538654" y="2785269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BA33C-4981-7A47-E4C7-43F20D15EAFD}"/>
              </a:ext>
            </a:extLst>
          </p:cNvPr>
          <p:cNvSpPr txBox="1"/>
          <p:nvPr/>
        </p:nvSpPr>
        <p:spPr>
          <a:xfrm>
            <a:off x="1524879" y="3067305"/>
            <a:ext cx="67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74F10-0B55-DB09-BA29-CA34C8B9A840}"/>
              </a:ext>
            </a:extLst>
          </p:cNvPr>
          <p:cNvSpPr txBox="1"/>
          <p:nvPr/>
        </p:nvSpPr>
        <p:spPr>
          <a:xfrm>
            <a:off x="1538654" y="3373985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B6E569-882A-6984-769E-1C28804CD837}"/>
              </a:ext>
            </a:extLst>
          </p:cNvPr>
          <p:cNvSpPr txBox="1"/>
          <p:nvPr/>
        </p:nvSpPr>
        <p:spPr>
          <a:xfrm>
            <a:off x="1499675" y="369498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F1E74-2A3A-858E-8EA0-63238BD8BBA6}"/>
              </a:ext>
            </a:extLst>
          </p:cNvPr>
          <p:cNvSpPr txBox="1"/>
          <p:nvPr/>
        </p:nvSpPr>
        <p:spPr>
          <a:xfrm>
            <a:off x="1496329" y="3976134"/>
            <a:ext cx="57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51021E-7338-30CD-6BD8-58217D121236}"/>
              </a:ext>
            </a:extLst>
          </p:cNvPr>
          <p:cNvSpPr txBox="1"/>
          <p:nvPr/>
        </p:nvSpPr>
        <p:spPr>
          <a:xfrm>
            <a:off x="1485106" y="4282121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C5212-667B-1EE2-80A2-B20128E3D19D}"/>
              </a:ext>
            </a:extLst>
          </p:cNvPr>
          <p:cNvSpPr txBox="1"/>
          <p:nvPr/>
        </p:nvSpPr>
        <p:spPr>
          <a:xfrm>
            <a:off x="1496328" y="4860611"/>
            <a:ext cx="57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B820D-0604-ECFA-7E7B-11F6BD270DE8}"/>
              </a:ext>
            </a:extLst>
          </p:cNvPr>
          <p:cNvSpPr txBox="1"/>
          <p:nvPr/>
        </p:nvSpPr>
        <p:spPr>
          <a:xfrm>
            <a:off x="1490760" y="4562085"/>
            <a:ext cx="57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A5549-AA38-FD45-9DF0-F5656B22C24C}"/>
              </a:ext>
            </a:extLst>
          </p:cNvPr>
          <p:cNvSpPr txBox="1"/>
          <p:nvPr/>
        </p:nvSpPr>
        <p:spPr>
          <a:xfrm>
            <a:off x="1507294" y="5166598"/>
            <a:ext cx="57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A4645-2231-92E7-E597-92889D32CADE}"/>
              </a:ext>
            </a:extLst>
          </p:cNvPr>
          <p:cNvSpPr txBox="1"/>
          <p:nvPr/>
        </p:nvSpPr>
        <p:spPr>
          <a:xfrm>
            <a:off x="1485106" y="550455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203F44-2ADF-577A-2962-6AD2C80558EF}"/>
              </a:ext>
            </a:extLst>
          </p:cNvPr>
          <p:cNvSpPr/>
          <p:nvPr/>
        </p:nvSpPr>
        <p:spPr>
          <a:xfrm>
            <a:off x="2971800" y="1752600"/>
            <a:ext cx="7620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8E7710-4367-9CE6-F675-82ADFBEB67A2}"/>
              </a:ext>
            </a:extLst>
          </p:cNvPr>
          <p:cNvCxnSpPr/>
          <p:nvPr/>
        </p:nvCxnSpPr>
        <p:spPr>
          <a:xfrm>
            <a:off x="3352800" y="2449013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D20FB54-3556-2BE7-6408-DEC45F111266}"/>
              </a:ext>
            </a:extLst>
          </p:cNvPr>
          <p:cNvSpPr/>
          <p:nvPr/>
        </p:nvSpPr>
        <p:spPr>
          <a:xfrm>
            <a:off x="4876800" y="2140675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5AB87C-2CF7-02E5-746F-CE2DCAA59AED}"/>
              </a:ext>
            </a:extLst>
          </p:cNvPr>
          <p:cNvSpPr/>
          <p:nvPr/>
        </p:nvSpPr>
        <p:spPr>
          <a:xfrm>
            <a:off x="4004603" y="3171751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4DD0AD-3598-09B1-B99B-44728E14F43C}"/>
              </a:ext>
            </a:extLst>
          </p:cNvPr>
          <p:cNvSpPr/>
          <p:nvPr/>
        </p:nvSpPr>
        <p:spPr>
          <a:xfrm>
            <a:off x="6477000" y="4162940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1B10E2-D9BC-501F-63B1-73FB4DD57F15}"/>
              </a:ext>
            </a:extLst>
          </p:cNvPr>
          <p:cNvSpPr/>
          <p:nvPr/>
        </p:nvSpPr>
        <p:spPr>
          <a:xfrm>
            <a:off x="2971800" y="4100649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784D4D-9D06-D447-74CA-706C0EC1877C}"/>
              </a:ext>
            </a:extLst>
          </p:cNvPr>
          <p:cNvSpPr/>
          <p:nvPr/>
        </p:nvSpPr>
        <p:spPr>
          <a:xfrm>
            <a:off x="6627686" y="3171751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90623B5-93CA-8C8A-5A79-BEB1B12376E0}"/>
              </a:ext>
            </a:extLst>
          </p:cNvPr>
          <p:cNvSpPr/>
          <p:nvPr/>
        </p:nvSpPr>
        <p:spPr>
          <a:xfrm>
            <a:off x="4599389" y="4090098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E8EF3C-F2FF-5D9D-1C7A-DEFA99FE0BD0}"/>
              </a:ext>
            </a:extLst>
          </p:cNvPr>
          <p:cNvSpPr/>
          <p:nvPr/>
        </p:nvSpPr>
        <p:spPr>
          <a:xfrm>
            <a:off x="5131821" y="5122382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6D2EA9-7EF4-E54B-A42F-1B6E5AD41980}"/>
              </a:ext>
            </a:extLst>
          </p:cNvPr>
          <p:cNvSpPr/>
          <p:nvPr/>
        </p:nvSpPr>
        <p:spPr>
          <a:xfrm>
            <a:off x="6465908" y="5122382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DE4793B-E7E7-3B61-DA60-A8D33D954478}"/>
              </a:ext>
            </a:extLst>
          </p:cNvPr>
          <p:cNvSpPr/>
          <p:nvPr/>
        </p:nvSpPr>
        <p:spPr>
          <a:xfrm>
            <a:off x="2336399" y="5127071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790017-AEF8-A591-C8B0-D0C2C982E7DE}"/>
              </a:ext>
            </a:extLst>
          </p:cNvPr>
          <p:cNvSpPr/>
          <p:nvPr/>
        </p:nvSpPr>
        <p:spPr>
          <a:xfrm>
            <a:off x="3619016" y="5122382"/>
            <a:ext cx="762000" cy="616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3CAE96-4289-1257-DECD-3FF3452AAC5B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4655011" y="2667041"/>
            <a:ext cx="333381" cy="595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FD9252-1B1D-26CD-ABD8-F7C8C71AC616}"/>
              </a:ext>
            </a:extLst>
          </p:cNvPr>
          <p:cNvCxnSpPr>
            <a:stCxn id="7" idx="3"/>
            <a:endCxn id="9" idx="7"/>
          </p:cNvCxnSpPr>
          <p:nvPr/>
        </p:nvCxnSpPr>
        <p:spPr>
          <a:xfrm flipH="1">
            <a:off x="3622208" y="3698117"/>
            <a:ext cx="493987" cy="49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CE0423-7632-99C7-E593-E4BF860909F8}"/>
              </a:ext>
            </a:extLst>
          </p:cNvPr>
          <p:cNvCxnSpPr>
            <a:stCxn id="7" idx="5"/>
            <a:endCxn id="11" idx="0"/>
          </p:cNvCxnSpPr>
          <p:nvPr/>
        </p:nvCxnSpPr>
        <p:spPr>
          <a:xfrm>
            <a:off x="4655011" y="3698117"/>
            <a:ext cx="325378" cy="391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C5F0A9-D3B0-71A6-F336-4E035F740069}"/>
              </a:ext>
            </a:extLst>
          </p:cNvPr>
          <p:cNvCxnSpPr>
            <a:stCxn id="9" idx="3"/>
          </p:cNvCxnSpPr>
          <p:nvPr/>
        </p:nvCxnSpPr>
        <p:spPr>
          <a:xfrm flipH="1">
            <a:off x="2971800" y="4627015"/>
            <a:ext cx="111592" cy="49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6F29A5-B57C-4577-D4E6-414EF65E4DC6}"/>
              </a:ext>
            </a:extLst>
          </p:cNvPr>
          <p:cNvCxnSpPr>
            <a:stCxn id="9" idx="5"/>
            <a:endCxn id="15" idx="0"/>
          </p:cNvCxnSpPr>
          <p:nvPr/>
        </p:nvCxnSpPr>
        <p:spPr>
          <a:xfrm>
            <a:off x="3622208" y="4627015"/>
            <a:ext cx="377808" cy="495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9CD05F-37B6-6D3D-7817-E1B734BD2E21}"/>
              </a:ext>
            </a:extLst>
          </p:cNvPr>
          <p:cNvCxnSpPr>
            <a:stCxn id="11" idx="5"/>
          </p:cNvCxnSpPr>
          <p:nvPr/>
        </p:nvCxnSpPr>
        <p:spPr>
          <a:xfrm>
            <a:off x="5249797" y="4616464"/>
            <a:ext cx="111592" cy="505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848A15-370E-C751-780C-23089C48473F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5527208" y="2667041"/>
            <a:ext cx="1212070" cy="595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797D77-5935-B3A2-7D18-1F95931D8441}"/>
              </a:ext>
            </a:extLst>
          </p:cNvPr>
          <p:cNvCxnSpPr>
            <a:stCxn id="10" idx="4"/>
            <a:endCxn id="8" idx="0"/>
          </p:cNvCxnSpPr>
          <p:nvPr/>
        </p:nvCxnSpPr>
        <p:spPr>
          <a:xfrm flipH="1">
            <a:off x="6858000" y="3788427"/>
            <a:ext cx="150686" cy="37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556C31B-0E14-9CA1-E847-3A897AC47C28}"/>
              </a:ext>
            </a:extLst>
          </p:cNvPr>
          <p:cNvCxnSpPr>
            <a:stCxn id="8" idx="4"/>
            <a:endCxn id="13" idx="0"/>
          </p:cNvCxnSpPr>
          <p:nvPr/>
        </p:nvCxnSpPr>
        <p:spPr>
          <a:xfrm flipH="1">
            <a:off x="6846908" y="4779616"/>
            <a:ext cx="11092" cy="342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411</Words>
  <Application>Microsoft Office PowerPoint</Application>
  <PresentationFormat>On-screen Show (4:3)</PresentationFormat>
  <Paragraphs>138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Andrews, Christopher T</cp:lastModifiedBy>
  <cp:revision>23</cp:revision>
  <cp:lastPrinted>2016-04-12T17:35:20Z</cp:lastPrinted>
  <dcterms:created xsi:type="dcterms:W3CDTF">2006-11-01T05:42:40Z</dcterms:created>
  <dcterms:modified xsi:type="dcterms:W3CDTF">2025-10-22T20:20:37Z</dcterms:modified>
</cp:coreProperties>
</file>